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us Jakarta Sans"/>
      <p: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eeth Sakini" userId="02a3de256e26cc04" providerId="LiveId" clId="{980DB427-57BB-4EAB-9040-FFE5407D75AF}"/>
    <pc:docChg chg="custSel modSld">
      <pc:chgData name="Suneeth Sakini" userId="02a3de256e26cc04" providerId="LiveId" clId="{980DB427-57BB-4EAB-9040-FFE5407D75AF}" dt="2026-10-03T08:40:34.752" v="209" actId="1076"/>
      <pc:docMkLst>
        <pc:docMk/>
      </pc:docMkLst>
      <pc:sldChg chg="addSp delSp modSp mod">
        <pc:chgData name="Suneeth Sakini" userId="02a3de256e26cc04" providerId="LiveId" clId="{980DB427-57BB-4EAB-9040-FFE5407D75AF}" dt="2026-10-03T08:40:34.752" v="209" actId="1076"/>
        <pc:sldMkLst>
          <pc:docMk/>
          <pc:sldMk cId="0" sldId="256"/>
        </pc:sldMkLst>
        <pc:spChg chg="mod">
          <ac:chgData name="Suneeth Sakini" userId="02a3de256e26cc04" providerId="LiveId" clId="{980DB427-57BB-4EAB-9040-FFE5407D75AF}" dt="2026-10-03T08:35:10.169" v="3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neeth Sakini" userId="02a3de256e26cc04" providerId="LiveId" clId="{980DB427-57BB-4EAB-9040-FFE5407D75AF}" dt="2026-10-03T08:39:38.905" v="19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uneeth Sakini" userId="02a3de256e26cc04" providerId="LiveId" clId="{980DB427-57BB-4EAB-9040-FFE5407D75AF}" dt="2026-10-03T08:39:56.557" v="20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uneeth Sakini" userId="02a3de256e26cc04" providerId="LiveId" clId="{980DB427-57BB-4EAB-9040-FFE5407D75AF}" dt="2026-10-03T08:39:51.285" v="199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neeth Sakini" userId="02a3de256e26cc04" providerId="LiveId" clId="{980DB427-57BB-4EAB-9040-FFE5407D75AF}" dt="2026-10-03T08:40:34.752" v="209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uneeth Sakini" userId="02a3de256e26cc04" providerId="LiveId" clId="{980DB427-57BB-4EAB-9040-FFE5407D75AF}" dt="2026-10-03T08:39:31.160" v="19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Suneeth Sakini" userId="02a3de256e26cc04" providerId="LiveId" clId="{980DB427-57BB-4EAB-9040-FFE5407D75AF}" dt="2026-10-03T08:39:26.365" v="196" actId="1076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Suneeth Sakini" userId="02a3de256e26cc04" providerId="LiveId" clId="{980DB427-57BB-4EAB-9040-FFE5407D75AF}" dt="2026-10-03T08:35:24.967" v="37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Suneeth Sakini" userId="02a3de256e26cc04" providerId="LiveId" clId="{980DB427-57BB-4EAB-9040-FFE5407D75AF}" dt="2026-10-03T08:35:24.967" v="37" actId="478"/>
          <ac:spMkLst>
            <pc:docMk/>
            <pc:sldMk cId="0" sldId="256"/>
            <ac:spMk id="11" creationId="{00000000-0000-0000-0000-000000000000}"/>
          </ac:spMkLst>
        </pc:spChg>
        <pc:picChg chg="mod">
          <ac:chgData name="Suneeth Sakini" userId="02a3de256e26cc04" providerId="LiveId" clId="{980DB427-57BB-4EAB-9040-FFE5407D75AF}" dt="2026-10-03T08:40:29.538" v="208" actId="1076"/>
          <ac:picMkLst>
            <pc:docMk/>
            <pc:sldMk cId="0" sldId="256"/>
            <ac:picMk id="4" creationId="{00000000-0000-0000-0000-000000000000}"/>
          </ac:picMkLst>
        </pc:picChg>
        <pc:picChg chg="add del mod">
          <ac:chgData name="Suneeth Sakini" userId="02a3de256e26cc04" providerId="LiveId" clId="{980DB427-57BB-4EAB-9040-FFE5407D75AF}" dt="2026-10-03T08:38:59.261" v="192" actId="478"/>
          <ac:picMkLst>
            <pc:docMk/>
            <pc:sldMk cId="0" sldId="256"/>
            <ac:picMk id="13" creationId="{3BE5E491-38E5-F06C-C096-AD7E7E5940D7}"/>
          </ac:picMkLst>
        </pc:picChg>
        <pc:picChg chg="add mod">
          <ac:chgData name="Suneeth Sakini" userId="02a3de256e26cc04" providerId="LiveId" clId="{980DB427-57BB-4EAB-9040-FFE5407D75AF}" dt="2026-10-03T08:39:59.528" v="201" actId="1076"/>
          <ac:picMkLst>
            <pc:docMk/>
            <pc:sldMk cId="0" sldId="256"/>
            <ac:picMk id="15" creationId="{8C355178-F746-6931-6729-9B27C9D7EE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7218" y="3038390"/>
            <a:ext cx="7620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8622" y="3624678"/>
            <a:ext cx="7620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569" y="6175992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6269" y="1796067"/>
            <a:ext cx="11251406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F8FAFC"/>
                </a:solidFill>
                <a:latin typeface="Plus Jakarta Sans"/>
              </a:rPr>
              <a:t>1. Project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622" y="2537052"/>
            <a:ext cx="819150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B82F6"/>
                </a:solidFill>
                <a:latin typeface="Plus Jakarta Sans"/>
              </a:rPr>
              <a:t>Food Delivery Route Planner</a:t>
            </a:r>
            <a:r>
              <a:rPr lang="en-US" sz="2400" b="1" i="0" u="none" dirty="0">
                <a:solidFill>
                  <a:srgbClr val="3B82F6"/>
                </a:solidFill>
                <a:latin typeface="Plus Jakarta Sans"/>
              </a:rPr>
              <a:t>.</a:t>
            </a:r>
          </a:p>
          <a:p>
            <a:pPr algn="l"/>
            <a:endParaRPr lang="en-US" sz="1650" b="1" i="0" u="none" dirty="0">
              <a:solidFill>
                <a:srgbClr val="3B82F6"/>
              </a:solidFill>
              <a:latin typeface="Plus Jakarta Sans"/>
            </a:endParaRPr>
          </a:p>
          <a:p>
            <a:pPr algn="l"/>
            <a:r>
              <a:rPr sz="1650" b="1" i="0" u="none" dirty="0">
                <a:solidFill>
                  <a:srgbClr val="3B82F6"/>
                </a:solidFill>
                <a:latin typeface="Plus Jakarta Sans"/>
              </a:rPr>
              <a:t>Algorithmic multi-order delivery sequence optimization using graph theory and TSP heuristics.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5553" y="6197181"/>
            <a:ext cx="196207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dirty="0">
                <a:solidFill>
                  <a:srgbClr val="94A3B8"/>
                </a:solidFill>
                <a:latin typeface="Plus Jakarta Sans"/>
              </a:rPr>
              <a:t>DAA </a:t>
            </a:r>
            <a:r>
              <a:rPr sz="1050" b="1" i="0" u="none" dirty="0">
                <a:solidFill>
                  <a:srgbClr val="94A3B8"/>
                </a:solidFill>
                <a:latin typeface="Plus Jakarta Sans"/>
              </a:rPr>
              <a:t>HACKATHON PRESENTATION </a:t>
            </a:r>
            <a:r>
              <a:rPr lang="en-US" sz="1050" b="1" dirty="0">
                <a:solidFill>
                  <a:srgbClr val="94A3B8"/>
                </a:solidFill>
                <a:latin typeface="Plus Jakarta Sans"/>
              </a:rPr>
              <a:t>.</a:t>
            </a:r>
            <a:endParaRPr sz="1050" b="1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7218" y="4585978"/>
            <a:ext cx="10770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622" y="5152686"/>
            <a:ext cx="6748642" cy="1046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E2E8F0"/>
                </a:solidFill>
                <a:latin typeface="Plus Jakarta Sans"/>
              </a:rPr>
              <a:t>CHADUVU SRI SAI VARSHITH REDDY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  <a:latin typeface="Plus Jakarta Sans"/>
              </a:rPr>
              <a:t>YARAGANI VARUN TEJA                                             </a:t>
            </a:r>
          </a:p>
          <a:p>
            <a:pPr algn="l"/>
            <a:r>
              <a:rPr lang="en-US" sz="1400" b="1" i="0" u="none" dirty="0">
                <a:solidFill>
                  <a:srgbClr val="E2E8F0"/>
                </a:solidFill>
                <a:latin typeface="Plus Jakarta Sans"/>
              </a:rPr>
              <a:t>KANCHARLA NANDHU                                                                                                                               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  <a:latin typeface="Plus Jakarta Sans"/>
              </a:rPr>
              <a:t>SAKINI SUNEETH</a:t>
            </a:r>
            <a:endParaRPr lang="en-US" sz="1400" b="1" i="0" u="none" dirty="0">
              <a:solidFill>
                <a:srgbClr val="E2E8F0"/>
              </a:solidFill>
              <a:latin typeface="Plus Jakarta Sans"/>
            </a:endParaRPr>
          </a:p>
          <a:p>
            <a:pPr algn="l"/>
            <a:endParaRPr sz="1200" b="1" i="0" u="none" dirty="0">
              <a:solidFill>
                <a:srgbClr val="E2E8F0"/>
              </a:solidFill>
              <a:latin typeface="Plus Jakarta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355178-F746-6931-6729-9B27C9D7E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408" y="173658"/>
            <a:ext cx="9301183" cy="15330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FE954-3651-5B55-C99F-ABA14E4F5622}"/>
              </a:ext>
            </a:extLst>
          </p:cNvPr>
          <p:cNvSpPr txBox="1"/>
          <p:nvPr/>
        </p:nvSpPr>
        <p:spPr>
          <a:xfrm>
            <a:off x="517585" y="3742817"/>
            <a:ext cx="2073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Team Number: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33637"/>
            <a:ext cx="5334000" cy="2466975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433637"/>
            <a:ext cx="5334000" cy="2466975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4796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274796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852737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87" y="2852737"/>
            <a:ext cx="2190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143625"/>
            <a:ext cx="11068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Food Delivery Route Planner • Hackathon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SLIDE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2. 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319462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Real-World Problem &amp; 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71887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Riders handling multiple orders face sub-optimal sequences, leading to delayed food, high fuel costs, and driver fatigue. Efficient routing directly impacts merchant revenue and customer satisfaction.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319462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Key Challenges Faced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671887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Existing route apps operate as opaque "black boxes." Drivers cannot see </a:t>
            </a:r>
            <a:r>
              <a:rPr sz="1200" b="0" i="1" u="none">
                <a:solidFill>
                  <a:srgbClr val="475569"/>
                </a:solidFill>
                <a:latin typeface="Plus Jakarta Sans"/>
              </a:rPr>
              <a:t>why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 route was chosen. Balancing fast greedy logic with optimal tour planning without exploding runtime is a key algorithmic hurdle.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81337"/>
            <a:ext cx="3530649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981325"/>
            <a:ext cx="3530649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3081337"/>
            <a:ext cx="3530649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143625"/>
            <a:ext cx="11068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Food Delivery Route Planner • Hackathon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SLIDE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3. Our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19462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Complete 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14737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Exposes every intermediate search state, visit order, and path choice to the user.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21945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Dual-Strategy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514725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Directly pits greedy nearest-neighbor outputs against optimized 2-opt TSP routes.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24" y="3319462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Objective Value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614737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Instantly displays total distance saved, cost reductions, and efficiency gains.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04232"/>
            <a:ext cx="2628900" cy="1525785"/>
          </a:xfrm>
          <a:prstGeom prst="roundRect">
            <a:avLst>
              <a:gd name="adj" fmla="val 74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2904232"/>
            <a:ext cx="2628900" cy="1525785"/>
          </a:xfrm>
          <a:prstGeom prst="roundRect">
            <a:avLst>
              <a:gd name="adj" fmla="val 74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2904232"/>
            <a:ext cx="2628900" cy="1525785"/>
          </a:xfrm>
          <a:prstGeom prst="roundRect">
            <a:avLst>
              <a:gd name="adj" fmla="val 74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2810916"/>
            <a:ext cx="2628900" cy="1712416"/>
          </a:xfrm>
          <a:prstGeom prst="roundRect">
            <a:avLst>
              <a:gd name="adj" fmla="val 66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3180457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0" y="318045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637" y="3180457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362" y="3087141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143625"/>
            <a:ext cx="11068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Food Delivery Route Planner • Hackathon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SLIDE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4. 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373" y="3542407"/>
            <a:ext cx="28253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643" y="3818632"/>
            <a:ext cx="26908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User selects orders, hub locations, and rider starting node.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2673" y="3542407"/>
            <a:ext cx="28253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9943" y="3818632"/>
            <a:ext cx="26908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Flask backend queries MongoDB and builds distance matrices.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3973" y="3542407"/>
            <a:ext cx="28253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243" y="3818632"/>
            <a:ext cx="26908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Executes Dijkstra, Greedy Heuristics, and 2-Opt TSP swaps.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5273" y="3449091"/>
            <a:ext cx="28253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2543" y="3725316"/>
            <a:ext cx="2690812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React UI displays comparative routes and objective metric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81337"/>
            <a:ext cx="350520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981325"/>
            <a:ext cx="3505200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81337"/>
            <a:ext cx="350520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143625"/>
            <a:ext cx="11068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Food Delivery Route Planner • Hackathon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SLIDE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5. Technology &amp;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19462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14737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Python, Flask REST API, React.js frontend, and MongoDB document storage.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219450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Core Algorithms &amp;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514725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Dijkstra ($O(E \log V)$), Greedy Nearest Neighbor ($O(N^2)$), and 2-Opt TSP refinement.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319462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Why They Were Chosen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14737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Combines lightning-fast heuristic execution with guaranteed shortest path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33687"/>
            <a:ext cx="53340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833687"/>
            <a:ext cx="53340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143625"/>
            <a:ext cx="11068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"/>
              </a:rPr>
              <a:t>Food Delivery Route Planner • Hackathon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SLIDE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6. Demo &amp;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48012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Greedy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00437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Total Distance: 24.8 km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Execution Speed: 2 ms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Status: Fast initial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148012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Optimized TSP (2-Opt)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500437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Total Distance: 21.2 km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Efficiency Gain: ~14.5% distance reduction</a:t>
            </a:r>
            <a:r>
              <a:t>
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Status: Superior route tour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3824287"/>
            <a:ext cx="4572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76947" y="2576512"/>
            <a:ext cx="4838104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7.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3296" y="3357562"/>
            <a:ext cx="89654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B82F6"/>
                </a:solidFill>
                <a:latin typeface="Plus Jakarta Sans"/>
              </a:rPr>
              <a:t>Real-Time Traffic API Integration &amp; Dynamic Order Insertion for High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6390" y="4081462"/>
            <a:ext cx="5179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Thank You &amp; Q&amp;A • Food Delivery Route Planner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423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Suneeth Sakini</cp:lastModifiedBy>
  <cp:revision>2</cp:revision>
  <dcterms:created xsi:type="dcterms:W3CDTF">2013-01-27T09:14:16Z</dcterms:created>
  <dcterms:modified xsi:type="dcterms:W3CDTF">2026-10-03T08:45:45Z</dcterms:modified>
  <cp:category/>
</cp:coreProperties>
</file>